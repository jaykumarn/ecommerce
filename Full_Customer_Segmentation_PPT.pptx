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Customer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KMeans Clustering and Flask</a:t>
            </a:r>
          </a:p>
          <a:p>
            <a:r>
              <a:t>ProjectWorlds.in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is vital for optimizing e-commerce strategies. This project uses the KMeans algorithm and Flask to group customers based on spending behavior. The tool features a web-based UI, real-time clustering, and business-oriented visuals.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Segmentation, KMeans Clustering, Machine Learning, Flask, Data Visualization, Python, E-commerce, Data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customers helps e-commerce platforms tailor services. This project applies machine learning (KMeans clustering) to categorize customers using metrics like income, spending score, and 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KMeans has been widely used for market segmentation due to its simplicity. This project builds on previous work by embedding clustering in a web application for interactive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Collection: CSV Upload</a:t>
            </a:r>
          </a:p>
          <a:p>
            <a:r>
              <a:t>- Preprocessing: Scaling numeric values</a:t>
            </a:r>
          </a:p>
          <a:p>
            <a:r>
              <a:t>- Clustering: KMeans &amp; Elbow Method</a:t>
            </a:r>
          </a:p>
          <a:p>
            <a:r>
              <a:t>- Evaluation: Silhouette Score</a:t>
            </a:r>
          </a:p>
          <a:p>
            <a:r>
              <a:t>- Visualization: PCA, Pie, Bar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Tailwind CSS, Jinja2</a:t>
            </a:r>
          </a:p>
          <a:p>
            <a:r>
              <a:t>Backend: Flask (Python)</a:t>
            </a:r>
          </a:p>
          <a:p>
            <a:r>
              <a:t>Libraries: Pandas, NumPy, Matplotlib, Seaborn, scikit-learn</a:t>
            </a:r>
          </a:p>
          <a:p>
            <a:r>
              <a:t>Flow: Upload -&gt; Process -&gt; Cluster -&gt; Display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identified 4 groups:</a:t>
            </a:r>
          </a:p>
          <a:p>
            <a:r>
              <a:t>- Budget Shoppers</a:t>
            </a:r>
          </a:p>
          <a:p>
            <a:r>
              <a:t>- High Spenders</a:t>
            </a:r>
          </a:p>
          <a:p>
            <a:r>
              <a:t>- Occasional Buyers</a:t>
            </a:r>
          </a:p>
          <a:p>
            <a:r>
              <a:t>- Loyal Customers</a:t>
            </a:r>
          </a:p>
          <a:p/>
          <a:p>
            <a:r>
              <a:t>Pie and bar charts help non-technical users understand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end-to-end customer segmentation system using ML and Flask was developed. It includes business and technical views, supporting better e-commerce 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DBSCAN or hierarchical clustering</a:t>
            </a:r>
          </a:p>
          <a:p>
            <a:r>
              <a:t>- Add multilingual support</a:t>
            </a:r>
          </a:p>
          <a:p>
            <a:r>
              <a:t>- Real-time feedback loop</a:t>
            </a:r>
          </a:p>
          <a:p>
            <a:r>
              <a:t>- Integration with marketing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Jain et al. (1999), ACM Surveys</a:t>
            </a:r>
          </a:p>
          <a:p>
            <a:r>
              <a:t>2. scikit-learn.org</a:t>
            </a:r>
          </a:p>
          <a:p>
            <a:r>
              <a:t>3. flask.palletsprojects.com</a:t>
            </a:r>
          </a:p>
          <a:p>
            <a:r>
              <a:t>4. ProjectWorlds.in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